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548640"/>
            <a:ext cx="2103120" cy="2103120"/>
          </a:xfrm>
          <a:prstGeom prst="ellipse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920240"/>
            <a:ext cx="1188720" cy="1188720"/>
          </a:xfrm>
          <a:prstGeom prst="ellipse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743200"/>
            <a:ext cx="640080" cy="640080"/>
          </a:xfrm>
          <a:prstGeom prst="ellipse">
            <a:avLst/>
          </a:prstGeom>
          <a:solidFill>
            <a:srgbClr val="FFA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33D3E6"/>
                </a:solidFill>
                <a:latin typeface="Aptos"/>
              </a:rPr>
              <a:t>RETAILSMART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8686800" cy="1645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3800" b="1">
                <a:solidFill>
                  <a:srgbClr val="F5F7FA"/>
                </a:solidFill>
                <a:latin typeface="Aptos"/>
              </a:rPr>
              <a:t>Stock Analytics
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0"/>
            <a:ext cx="77724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000" b="0">
                <a:solidFill>
                  <a:srgbClr val="B7C2D1"/>
                </a:solidFill>
                <a:latin typeface="Aptos"/>
              </a:rPr>
              <a:t>Retail inventory insights for smarter stock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389120"/>
            <a:ext cx="1188720" cy="54864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709160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FFAD57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43600"/>
            <a:ext cx="5943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F5F7FA"/>
                </a:solidFill>
                <a:latin typeface="Aptos"/>
              </a:rPr>
              <a:t>Presented by: Diksha Suryawanshi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291072"/>
            <a:ext cx="5943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B7C2D1"/>
                </a:solidFill>
                <a:latin typeface="Aptos"/>
              </a:rPr>
              <a:t>B.Tech –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A visual dashboard for understanding retail inventory and product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60704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Aptos"/>
              </a:rPr>
              <a:t>RetailSmart Stock Analytics converts inventory data into a set of visual summaries that can support day-to-day retail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3429000" cy="20574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73152" cy="2057400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07792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INVENTORY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55848"/>
            <a:ext cx="3044952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Compare stock size and review opening versus closing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743200"/>
            <a:ext cx="3429000" cy="20574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743200"/>
            <a:ext cx="73152" cy="2057400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07792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PRODUCT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55848"/>
            <a:ext cx="3044952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Compare retail prices across products and spot price differences.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3429000" cy="20574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743200"/>
            <a:ext cx="73152" cy="2057400"/>
          </a:xfrm>
          <a:prstGeom prst="rect">
            <a:avLst/>
          </a:prstGeom>
          <a:solidFill>
            <a:srgbClr val="FFA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907792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FFAD57"/>
                </a:solidFill>
                <a:latin typeface="Aptos"/>
              </a:rPr>
              <a:t>REORDER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55848"/>
            <a:ext cx="3044952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View retail price and reorder-point measures by product category.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900" b="1">
                <a:solidFill>
                  <a:srgbClr val="68DCAA"/>
                </a:solidFill>
                <a:latin typeface="Aptos"/>
              </a:rPr>
              <a:t>Main purpose: make stock information easier to interpret at a glance.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Why a stock analytics dashboard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4206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 Retailers manage many products, categories and stock quantities at the same time.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 Reading raw spreadsheet rows makes it difficult to compare products quickly.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 Low stock may be overlooked when reorder information is not easy to see.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 Opening and closing stock need to be compared to understand inventory movement.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  <a:latin typeface="Aptos"/>
              </a:defRPr>
            </a:pPr>
            <a:r>
              <a:t>•  Managers need a quick visual summary to support replenishment and pricing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104241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Project response: consolidate key inventory measures into one interactive-style visual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The dashboard is designed to answer practical stock-management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100" b="1">
                <a:solidFill>
                  <a:srgbClr val="389A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00200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"/>
              </a:rPr>
              <a:t>Monitor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7589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B7C2D1"/>
                </a:solidFill>
                <a:latin typeface="Aptos"/>
              </a:rPr>
              <a:t>Compare available stock across stock-status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78024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100" b="1">
                <a:solidFill>
                  <a:srgbClr val="389A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78024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"/>
              </a:rPr>
              <a:t>Compare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78024"/>
            <a:ext cx="7589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B7C2D1"/>
                </a:solidFill>
                <a:latin typeface="Aptos"/>
              </a:rPr>
              <a:t>Review retail price differences between products.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55848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100" b="1">
                <a:solidFill>
                  <a:srgbClr val="389A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55848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"/>
              </a:rPr>
              <a:t>Track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55848"/>
            <a:ext cx="7589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B7C2D1"/>
                </a:solidFill>
                <a:latin typeface="Aptos"/>
              </a:rPr>
              <a:t>Compare opening stock and closing stock.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33672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100" b="1">
                <a:solidFill>
                  <a:srgbClr val="389A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33672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"/>
              </a:rPr>
              <a:t>Review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33672"/>
            <a:ext cx="7589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B7C2D1"/>
                </a:solidFill>
                <a:latin typeface="Aptos"/>
              </a:rPr>
              <a:t>Summarize retail price and reorder-point measures by category.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11496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100" b="1">
                <a:solidFill>
                  <a:srgbClr val="389A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111496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"/>
              </a:rPr>
              <a:t>Support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11496"/>
            <a:ext cx="75895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B7C2D1"/>
                </a:solidFill>
                <a:latin typeface="Aptos"/>
              </a:rPr>
              <a:t>Help users identify where more investigation or replenishment may be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Dashboard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The supplied dashboard contains five main visual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pic>
        <p:nvPicPr>
          <p:cNvPr id="7" name="Picture 6" descr="imges 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905" y="1417320"/>
            <a:ext cx="8379883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3640"/>
            <a:ext cx="7315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Source: dashboard screenshot provided for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Dashboard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What each visual appears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874519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874519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STOCK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313639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Aptos"/>
              </a:rPr>
              <a:t>A column chart compares stock-size groups such as in-stock and low-stock items. Product labels are crowded.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1874519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73152" cy="1874519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19072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RETAIL PRICE BY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67128"/>
            <a:ext cx="313639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Aptos"/>
              </a:rPr>
              <a:t>The line chart ranks or displays retail-price totals by product; Power Bank appears highest in this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1874519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73152" cy="1874519"/>
          </a:xfrm>
          <a:prstGeom prst="rect">
            <a:avLst/>
          </a:prstGeom>
          <a:solidFill>
            <a:srgbClr val="FFA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FFAD57"/>
                </a:solidFill>
                <a:latin typeface="Aptos"/>
              </a:rPr>
              <a:t>PRICE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67128"/>
            <a:ext cx="313639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Aptos"/>
              </a:rPr>
              <a:t>The horizontal bar chart shows a strongly uneven distribution, but product labels and aggregation should be reviewed.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794760"/>
            <a:ext cx="3520440" cy="1874519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3794760"/>
            <a:ext cx="73152" cy="1874519"/>
          </a:xfrm>
          <a:prstGeom prst="rect">
            <a:avLst/>
          </a:prstGeom>
          <a:solidFill>
            <a:srgbClr val="68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3959352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68DCAA"/>
                </a:solidFill>
                <a:latin typeface="Aptos"/>
              </a:rPr>
              <a:t>OPENING VS CLOSING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4407408"/>
            <a:ext cx="313639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Aptos"/>
              </a:rPr>
              <a:t>The column chart compares the summed opening and closing stock measures.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3520440" cy="1874519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73152" cy="1874519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959352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CATEGORY / REORDER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407408"/>
            <a:ext cx="313639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Aptos"/>
              </a:rPr>
              <a:t>The donut chart summarizes category-level retail price and reorder-point measures; the center shows 8.71K.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Key Insights from the Current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Observations are based only on the visible dashboard; validate them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Power Bank has the highest visible retail-price value in the product line chart.</a:t>
            </a:r>
          </a:p>
          <a:p>
            <a:pPr>
              <a:spcAft>
                <a:spcPts val="13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The line chart trends downward across the displayed product sequence, ending near Smart Plug.</a:t>
            </a:r>
          </a:p>
          <a:p>
            <a:pPr>
              <a:spcAft>
                <a:spcPts val="13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The stock-status chart has many small bars and crowded product labels, which makes comparison difficult.</a:t>
            </a:r>
          </a:p>
          <a:p>
            <a:pPr>
              <a:spcAft>
                <a:spcPts val="13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Opening stock and closing stock are not shown on a comparable scale clearly enough to infer a stock-change percentage.</a:t>
            </a:r>
          </a:p>
          <a:p>
            <a:pPr>
              <a:spcAft>
                <a:spcPts val="13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 The donut chart center displays 8.71K; confirm whether this is retail price, reorder-point total, or another aggregated measure.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1">
                <a:solidFill>
                  <a:srgbClr val="FFAD57"/>
                </a:solidFill>
                <a:latin typeface="Aptos"/>
              </a:rPr>
              <a:t>Important: these are visual observations, not verified business conclusions.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Tools &amp; Data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Technology labels should be updated to match the software actually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783080" cy="1417320"/>
          </a:xfrm>
          <a:prstGeom prst="roundRect">
            <a:avLst/>
          </a:prstGeom>
          <a:solidFill>
            <a:srgbClr val="1D232F"/>
          </a:solidFill>
          <a:ln>
            <a:solidFill>
              <a:srgbClr val="38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89AFF"/>
                </a:solidFill>
                <a:latin typeface="Aptos"/>
              </a:rPr>
              <a:t>Source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6002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Product, category,
price and stock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2624328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FAD5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2148840"/>
            <a:ext cx="1783080" cy="1417320"/>
          </a:xfrm>
          <a:prstGeom prst="roundRect">
            <a:avLst/>
          </a:prstGeom>
          <a:solidFill>
            <a:srgbClr val="1D232F"/>
          </a:solidFill>
          <a:ln>
            <a:solidFill>
              <a:srgbClr val="33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35915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3D3E6"/>
                </a:solidFill>
                <a:latin typeface="Aptos"/>
              </a:rPr>
              <a:t>Data Preparation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788920"/>
            <a:ext cx="16002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Clean names, types,
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24328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FAD5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148840"/>
            <a:ext cx="1783080" cy="1417320"/>
          </a:xfrm>
          <a:prstGeom prst="roundRect">
            <a:avLst/>
          </a:prstGeom>
          <a:solidFill>
            <a:srgbClr val="1D232F"/>
          </a:solidFill>
          <a:ln>
            <a:solidFill>
              <a:srgbClr val="38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235915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89AFF"/>
                </a:solidFill>
                <a:latin typeface="Aptos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788920"/>
            <a:ext cx="16002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Aggregate stock,
price and reorder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624328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FAD5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52944" y="2148840"/>
            <a:ext cx="1783080" cy="1417320"/>
          </a:xfrm>
          <a:prstGeom prst="roundRect">
            <a:avLst/>
          </a:prstGeom>
          <a:solidFill>
            <a:srgbClr val="1D232F"/>
          </a:solidFill>
          <a:ln>
            <a:solidFill>
              <a:srgbClr val="33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235915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3D3E6"/>
                </a:solidFill>
                <a:latin typeface="Aptos"/>
              </a:rP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788920"/>
            <a:ext cx="16002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Charts, labels,
category legend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624328"/>
            <a:ext cx="457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200" b="1">
                <a:solidFill>
                  <a:srgbClr val="FFAD57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02952" y="2148840"/>
            <a:ext cx="1783080" cy="1417320"/>
          </a:xfrm>
          <a:prstGeom prst="roundRect">
            <a:avLst/>
          </a:prstGeom>
          <a:solidFill>
            <a:srgbClr val="1D232F"/>
          </a:solidFill>
          <a:ln>
            <a:solidFill>
              <a:srgbClr val="38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35915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89AFF"/>
                </a:solidFill>
                <a:latin typeface="Aptos"/>
              </a:rPr>
              <a:t>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788920"/>
            <a:ext cx="16002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Review low stock
and replenishment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04241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0">
                <a:solidFill>
                  <a:srgbClr val="B7C2D1"/>
                </a:solidFill>
                <a:latin typeface="Aptos"/>
              </a:rPr>
              <a:t>Visible from the screenshot: a dark-themed dashboard with multiple chart types. The exact BI tool and dataset schema were not provided.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104241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68DCAA"/>
                </a:solidFill>
                <a:latin typeface="Aptos"/>
              </a:rPr>
              <a:t>Suggested documentation: list the actual tool (for example, Power BI or Excel), data source, columns and refresh method.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Strengths &amp; Areas to Improve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A balanced review of the current dashboard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66360" cy="420624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4206240"/>
          </a:xfrm>
          <a:prstGeom prst="rect">
            <a:avLst/>
          </a:prstGeom>
          <a:solidFill>
            <a:srgbClr val="68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4800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68DCAA"/>
                </a:solidFill>
                <a:latin typeface="Aptos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782312" cy="3456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• Dark, consistent visual theme
• Multiple chart types in one view
• Product-level price comparison
• Stock and category measures shown together
• Useful starting point for inventory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420624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4206240"/>
          </a:xfrm>
          <a:prstGeom prst="rect">
            <a:avLst/>
          </a:prstGeom>
          <a:solidFill>
            <a:srgbClr val="FFA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800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FFAD57"/>
                </a:solidFill>
                <a:latin typeface="Aptos"/>
              </a:rPr>
              <a:t>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12848"/>
            <a:ext cx="4782312" cy="3456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• Increase chart title and axis-label sizes
• Reduce crowded legends and truncated names
• Use currency and quantity units consistently
• Clarify whether charts show Sum, Average or Count
• Show reorder status and low-stock alerts explicitly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Practical improvements to make the report more actionable.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143000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Add KPI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Total SKUs, total stock, low-stock items, stock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73152" cy="1143000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673351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Create a low-stock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2140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Product, current stock, reorder point, shortage and suggested reorder quantity.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73152" cy="1143000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90672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Improve chart readability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3872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Sort bars, shorten labels, use tooltips and limit unnecessary legends.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2608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26080"/>
            <a:ext cx="73152" cy="1143000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090672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Check aggregations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53872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Avoid summing unit prices if average price or individual price is more meaningful.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73152" cy="1143000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07992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Add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95604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Category, product, stock status and supplier.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343400"/>
            <a:ext cx="5257800" cy="114300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343400"/>
            <a:ext cx="73152" cy="1143000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507992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Validate calculations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956048"/>
            <a:ext cx="4873752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Confirm units, blank values, duplicates and category totals.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How RetailSmart can evolve beyond descriptive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Demand forecasting using historical sales and seasonal patterns.</a:t>
            </a:r>
          </a:p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Automated alerts when stock falls below a reorder point.</a:t>
            </a:r>
          </a:p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Supplier lead-time analysis and recommended order quantities.</a:t>
            </a:r>
          </a:p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Sales, returns and profit-margin analysis alongside stock data.</a:t>
            </a:r>
          </a:p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Scheduled data refresh and exportable management reports.</a:t>
            </a:r>
          </a:p>
          <a:p>
            <a:pPr>
              <a:spcAft>
                <a:spcPts val="13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•  Role-based views for store staff, inventory managers and administrators.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Future target: move from “what is in stock?” to “what should we reorder, and when?”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1">
                <a:solidFill>
                  <a:srgbClr val="33D3E6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60120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3500" b="1">
                <a:solidFill>
                  <a:srgbClr val="F5F7FA"/>
                </a:solidFill>
                <a:latin typeface="Aptos"/>
              </a:rPr>
              <a:t>Better visibility.
Smarter stock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96696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000" b="0">
                <a:solidFill>
                  <a:srgbClr val="B7C2D1"/>
                </a:solidFill>
                <a:latin typeface="Aptos"/>
              </a:rPr>
              <a:t>RetailSmart brings product pricing, stock levels, opening/closing inventory and category-level measures into one visual report. With clearer labels, validated calculations and low-stock alerts, it can become a stronger decision-support tool for retail inventory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54880"/>
            <a:ext cx="3246120" cy="100584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754880"/>
            <a:ext cx="73152" cy="1005840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919472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89AFF"/>
                </a:solidFill>
                <a:latin typeface="Aptos"/>
              </a:rPr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5367528"/>
            <a:ext cx="286207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Turn rows into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754880"/>
            <a:ext cx="3246120" cy="100584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4754880"/>
            <a:ext cx="73152" cy="1005840"/>
          </a:xfrm>
          <a:prstGeom prst="rect">
            <a:avLst/>
          </a:prstGeom>
          <a:solidFill>
            <a:srgbClr val="33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4919472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33D3E6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5367528"/>
            <a:ext cx="286207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Trust the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754880"/>
            <a:ext cx="3246120" cy="1005840"/>
          </a:xfrm>
          <a:prstGeom prst="roundRect">
            <a:avLst/>
          </a:prstGeom>
          <a:solidFill>
            <a:srgbClr val="1D232F"/>
          </a:solidFill>
          <a:ln w="10160">
            <a:solidFill>
              <a:srgbClr val="323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4754880"/>
            <a:ext cx="73152" cy="1005840"/>
          </a:xfrm>
          <a:prstGeom prst="rect">
            <a:avLst/>
          </a:prstGeom>
          <a:solidFill>
            <a:srgbClr val="FFA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4919472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FFAD57"/>
                </a:solidFill>
                <a:latin typeface="Aptos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5367528"/>
            <a:ext cx="286207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Aptos"/>
              </a:rPr>
              <a:t>Reorder at the right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72200"/>
            <a:ext cx="3657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900" b="1">
                <a:solidFill>
                  <a:srgbClr val="68DCA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900" b="1">
                <a:solidFill>
                  <a:srgbClr val="F5F7FA"/>
                </a:solidFill>
                <a:latin typeface="Aptos"/>
              </a:rPr>
              <a:t>References &amp; Presentation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41832"/>
            <a:ext cx="1143000" cy="50292"/>
          </a:xfrm>
          <a:prstGeom prst="rect">
            <a:avLst/>
          </a:prstGeom>
          <a:solidFill>
            <a:srgbClr val="38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881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B7C2D1"/>
                </a:solidFill>
                <a:latin typeface="Aptos"/>
              </a:rPr>
              <a:t>Project-specific details to confirm before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7C2D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B7C2D1"/>
                </a:solidFill>
                <a:latin typeface="Aptos"/>
              </a:rPr>
              <a:t>RetailSmart Stock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Primary visual reference: RetailSmart Stock Analytics Report dashboard image supplied by the project owner.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No source dataset, formulas, data dictionary or BI-tool file was supplied; numerical findings should be validated against the original data.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Add the actual software name, dataset source, project duration and team/member details if required by your college format.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 Suggested references for methodology: the official documentation for the BI tool used and the source dataset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3657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3000" b="1">
                <a:solidFill>
                  <a:srgbClr val="389AFF"/>
                </a:solidFill>
                <a:latin typeface="Apto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0">
                <a:solidFill>
                  <a:srgbClr val="F5F7FA"/>
                </a:solidFill>
                <a:latin typeface="Aptos"/>
              </a:rPr>
              <a:t>Thank you for your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